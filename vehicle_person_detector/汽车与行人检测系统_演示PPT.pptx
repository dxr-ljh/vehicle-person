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汽车与行人检测系统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基于 YOLOv8 的目标检测系统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PyTorch  ·  Ultralytics  ·  OpenCV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演示人：XXX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88E5"/>
                </a:solidFill>
                <a:latin typeface="微软雅黑" panose="020B0503020204020204" charset="-122"/>
              </a:defRPr>
            </a:pPr>
            <a:r>
              <a:t>为什么需要汽车与行人检测？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智能交通：车流量统计、拥堵监测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自动驾驶：障碍物识别、行人避让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安防监控：异常行为检测、人员追踪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智慧城市：人流密度分析、公共安全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传统方法：手工特征提取，准确率低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深度学习：端到端学习，鲁棒性强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实时性要求：视频检测需高帧率处理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多目标检测：同时识别多种类别目标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88E5"/>
                </a:solidFill>
                <a:latin typeface="微软雅黑" panose="020B0503020204020204" charset="-122"/>
              </a:defRPr>
            </a:pPr>
            <a:r>
              <a:t>核心技术选型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86000"/>
            <a:ext cx="24688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246888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88E5"/>
                </a:solidFill>
                <a:latin typeface="微软雅黑" panose="020B0503020204020204" charset="-122"/>
              </a:defRPr>
            </a:pPr>
            <a:r>
              <a:t>YOLOv8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Ultralytics 出品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单阶段目标检测算法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速度快、精度高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286000"/>
            <a:ext cx="24688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286000"/>
            <a:ext cx="246888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800"/>
                </a:solidFill>
                <a:latin typeface="微软雅黑" panose="020B0503020204020204" charset="-122"/>
              </a:defRPr>
            </a:pPr>
            <a:r>
              <a:t>PyTorch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Meta 开源深度学习框架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动态计算图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生态丰富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86000"/>
            <a:ext cx="24688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286000"/>
            <a:ext cx="2468880" cy="7315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3A047"/>
                </a:solidFill>
                <a:latin typeface="微软雅黑" panose="020B0503020204020204" charset="-122"/>
              </a:defRPr>
            </a:pPr>
            <a:r>
              <a:t>OpenCV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66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计算机视觉库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图像/视频处理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实时性能好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286000"/>
            <a:ext cx="24688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286000"/>
            <a:ext cx="2468880" cy="7315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743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53935"/>
                </a:solidFill>
                <a:latin typeface="微软雅黑" panose="020B0503020204020204" charset="-122"/>
              </a:defRPr>
            </a:pPr>
            <a:r>
              <a:t>Tkinter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56616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Python 内置 GUI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轻量级界面开发</a:t>
            </a:r>
          </a:p>
          <a:p>
            <a:pPr algn="ctr">
              <a:spcAft>
                <a:spcPts val="800"/>
              </a:spcAft>
              <a:defRPr sz="16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跨平台支持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88E5"/>
                </a:solidFill>
                <a:latin typeface="微软雅黑" panose="020B0503020204020204" charset="-122"/>
              </a:defRPr>
            </a:pPr>
            <a:r>
              <a:t>系统整体流程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194560"/>
            <a:ext cx="164592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输入层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3474720" y="219456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图片 / 视频 / 实时摄像头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98094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108960"/>
            <a:ext cx="1645920" cy="7772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1089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预处理层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3474720" y="310896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15468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图像缩放、归一化、Tensor 转换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89534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023360"/>
            <a:ext cx="1645920" cy="7772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0233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检测层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97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3474720" y="402336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06908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YOLOv8 模型推理</a:t>
            </a:r>
            <a:br/>
            <a:r>
              <a:t>特征提取 → 目标定位 → 类别分类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80974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937760"/>
            <a:ext cx="1645920" cy="7772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9377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后处理层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3474720" y="493776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98348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NMS 非极大值抑制</a:t>
            </a:r>
            <a:br/>
            <a:r>
              <a:t>置信度过滤、坐标转换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572414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5852160"/>
            <a:ext cx="1645920" cy="7772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585216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输出层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126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3474720" y="5852160"/>
            <a:ext cx="68580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589788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绘制检测框 / 统计信息 / 结果保存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功能展示 — 图片检测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548640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[检测效果图]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88E5"/>
                </a:solidFill>
                <a:latin typeface="微软雅黑" panose="020B0503020204020204" charset="-122"/>
              </a:defRPr>
            </a:pPr>
            <a:r>
              <a:t>图片检测功能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支持 JPG / PNG / BMP 等常见格式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自动缩放至模型输入尺寸 (640×640)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检测框 + 中文标签 + 置信度显示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实时统计行人和汽车数量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置信度阈值可调节 (0.1 ~ 0.9)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检测结果可保存为图片文件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功能展示 — 视频检测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5486400" cy="4114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🎬 视频检测演示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逐帧检测 + 结果输出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3383280"/>
            <a:ext cx="137160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支持格式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3383280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MP4 / AVI / MOV / MKV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3886200"/>
            <a:ext cx="137160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处理方式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3886200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逐帧检测，输出带标注视频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4389120"/>
            <a:ext cx="137160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统计信息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4389120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累计检测、单帧最多、平均值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892040"/>
            <a:ext cx="137160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进度显示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4892040"/>
            <a:ext cx="32004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4937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实时进度条 + 帧计数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5544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88E5"/>
                </a:solidFill>
                <a:latin typeface="微软雅黑" panose="020B0503020204020204" charset="-122"/>
              </a:defRPr>
            </a:pPr>
            <a:r>
              <a:t>视频检测功能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支持多种视频格式输入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逐帧 YOLOv8 目标检测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绘制检测框并保存结果视频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实时进度条显示处理进度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统计行人/车辆累计数量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输出视频保留原始帧率和分辨率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图形操作界面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88E5"/>
                </a:solidFill>
                <a:latin typeface="微软雅黑" panose="020B0503020204020204" charset="-122"/>
              </a:defRPr>
            </a:pPr>
            <a:r>
              <a:t>基于 Tkinter 的图形化操作界面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1680"/>
            <a:ext cx="1060704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7772400" cy="4389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t>🖼  图片显示区域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2011680"/>
            <a:ext cx="269748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0574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🖼 图片检测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37744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78240" y="246888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49631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选择图片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78892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81635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生成测试图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10896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13639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🔍 检测图片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611880"/>
            <a:ext cx="269748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6576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🎬 视频检测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397764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406908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09651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选择视频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38912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441655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生成测试视频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470916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73659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▶️ 检测视频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5212080"/>
            <a:ext cx="269748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5257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⚙️ 设置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5577840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566928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569671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置信度滑块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6080760"/>
            <a:ext cx="2697480" cy="3657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612648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📊 检测结果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6446520"/>
            <a:ext cx="2697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653796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656539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数量统计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6858000"/>
            <a:ext cx="2514600" cy="2743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688543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详细列表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315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3A047"/>
                </a:solidFill>
                <a:latin typeface="微软雅黑" panose="020B0503020204020204" charset="-122"/>
              </a:defRPr>
            </a:pPr>
            <a:r>
              <a:t>已完成功能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✅ 基于 YOLOv8 的目标检测模型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✅ 图片检测（汽车 + 行人）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✅ 视频检测（逐帧处理 + 输出）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✅ 图形化操作界面（Tkinter）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✅ 置信度阈值实时调节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✅ 检测结果可视化与统计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✅ 支持中文标签显示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微软雅黑" panose="020B0503020204020204" charset="-122"/>
              </a:defRPr>
            </a:pPr>
            <a:r>
              <a:t>未来改进方向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🚀 模型优化：使用更大模型提升精度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📷 实时摄像头：接入摄像头实时检测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🚚 更多类别：扩展检测目标类别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📊 数据统计：趋势分析、报表导出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🌐 Web 界面：浏览器端远程访问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●  ⚡ GPU 加速：提升视频处理速度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汽车与行人检测系统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WPS 演示</Application>
  <PresentationFormat>On-screen Show (4:3)</PresentationFormat>
  <Paragraphs>187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WPS_1698549045</cp:lastModifiedBy>
  <cp:revision>2</cp:revision>
  <dcterms:created xsi:type="dcterms:W3CDTF">2013-01-27T09:14:00Z</dcterms:created>
  <dcterms:modified xsi:type="dcterms:W3CDTF">2026-10-21T13:56:33Z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EE302824B12240D6936609F42984239A_12</vt:lpwstr>
  </property>
</Properties>
</file>